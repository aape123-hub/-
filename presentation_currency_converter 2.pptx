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9144000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DD7FF"/>
                </a:solidFill>
                <a:latin typeface="Calibri"/>
              </a:rPr>
              <a:t>ИНДИВИДУАЛЬНЫЙ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Конвертер валют с актуальным курсом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DD7FF"/>
                </a:solidFill>
                <a:latin typeface="Calibri"/>
              </a:rPr>
              <a:t>Специальность: Управление IT-бизнесом и программирование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Студент группы ОИСП-592  |  Ермолаев Михаил Дмитриевич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DD7FF"/>
                </a:solidFill>
                <a:latin typeface="Calibri"/>
              </a:rPr>
              <a:t>Руководитель: Туев Юрий Юрьевич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DD7FF"/>
                </a:solidFill>
                <a:latin typeface="Calibri"/>
              </a:rPr>
              <a:t>Москва,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Личная история и актуальность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55E"/>
                </a:solidFill>
                <a:latin typeface="Calibri"/>
              </a:rPr>
              <a:t>Почему я выбрал эту тему: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72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➤ Покупаю игры и подписки на зарубежных платформах — нужно знать курс</a:t>
            </a:r>
          </a:p>
          <a:p>
            <a:pPr>
              <a:spcBef>
                <a:spcPts val="472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➤ Смотрю цены в иностранных магазинах — перевожу в рубли</a:t>
            </a:r>
          </a:p>
          <a:p>
            <a:pPr>
              <a:spcBef>
                <a:spcPts val="472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➤ Онлайн-конвертеры неудобны: много рекламы, лишние клики</a:t>
            </a:r>
          </a:p>
          <a:p>
            <a:pPr>
              <a:spcBef>
                <a:spcPts val="472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➤ Самостоятельный расчёт в уме — легко ошибиться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82296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55E"/>
                </a:solidFill>
                <a:latin typeface="Calibri"/>
              </a:rPr>
              <a:t>Решение: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Calibri"/>
              </a:rPr>
              <a:t>Написать собственный консольный конвертер — быстро, без рекламы, с актуальным курсом из интернета.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Цель и задачи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355E"/>
                </a:solidFill>
                <a:latin typeface="Calibri"/>
              </a:rPr>
              <a:t>Цель: разработать консольное приложение на Python для конвертации валют с получением актуального курса через интернет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55E"/>
                </a:solidFill>
                <a:latin typeface="Calibri"/>
              </a:rPr>
              <a:t>Задачи: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72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➤ Изучить принцип расчёта курса</a:t>
            </a:r>
          </a:p>
          <a:p>
            <a:pPr>
              <a:spcBef>
                <a:spcPts val="472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➤ Найти открытый API курсов валют</a:t>
            </a:r>
          </a:p>
          <a:p>
            <a:pPr>
              <a:spcBef>
                <a:spcPts val="472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➤ Составить алгоритм программы</a:t>
            </a:r>
          </a:p>
          <a:p>
            <a:pPr>
              <a:spcBef>
                <a:spcPts val="472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➤ Реализовать на Python</a:t>
            </a:r>
          </a:p>
          <a:p>
            <a:pPr>
              <a:spcBef>
                <a:spcPts val="472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➤ Протестировать программу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55E"/>
                </a:solidFill>
                <a:latin typeface="Calibri"/>
              </a:rPr>
              <a:t>Гипотеза: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46888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Calibri"/>
              </a:rPr>
              <a:t>Если использовать открытый API и простой алгоритм — можно создать удобную программу, которой студент будет пользоваться в повседневной жизни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Что использовалось при разработке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4206240" cy="17373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Python 3</a:t>
            </a:r>
          </a:p>
          <a:p>
            <a:pPr algn="l"/>
            <a:r>
              <a:rPr sz="1700">
                <a:solidFill>
                  <a:srgbClr val="DDEEFF"/>
                </a:solidFill>
                <a:latin typeface="Calibri"/>
              </a:rPr>
              <a:t>Язык программирования — изучается в курсе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417320"/>
            <a:ext cx="4206240" cy="1737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urllib.request</a:t>
            </a:r>
          </a:p>
          <a:p>
            <a:pPr algn="l"/>
            <a:r>
              <a:rPr sz="1700">
                <a:solidFill>
                  <a:srgbClr val="DDEEFF"/>
                </a:solidFill>
                <a:latin typeface="Calibri"/>
              </a:rPr>
              <a:t>Стандартный модуль для HTTP-запросов к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520439"/>
            <a:ext cx="4206240" cy="17373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json</a:t>
            </a:r>
          </a:p>
          <a:p>
            <a:pPr algn="l"/>
            <a:r>
              <a:rPr sz="1700">
                <a:solidFill>
                  <a:srgbClr val="DDEEFF"/>
                </a:solidFill>
                <a:latin typeface="Calibri"/>
              </a:rPr>
              <a:t>Стандартный модуль парсинга ответа от сервиса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3520439"/>
            <a:ext cx="4206240" cy="1737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open.er-api.com</a:t>
            </a:r>
          </a:p>
          <a:p>
            <a:pPr algn="l"/>
            <a:r>
              <a:rPr sz="1700">
                <a:solidFill>
                  <a:srgbClr val="DDEEFF"/>
                </a:solidFill>
                <a:latin typeface="Calibri"/>
              </a:rPr>
              <a:t>Открытый бесплатный API курсов валют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06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Calibri"/>
              </a:rPr>
              <a:t>Сторонние библиотеки не нужны — только стандартная библиотека Python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Алгоритм работы программы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4114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Запуск → показ меню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4114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Пользователь вводит сумму (проверка: число &gt; 0)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4114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Ввод исходной валюты (проверка: 3 буквы)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4114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Ввод конечной валюты (проверка: 3 буквы)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4114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0292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HTTP-запрос к API сервиса курсов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371600"/>
            <a:ext cx="4114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3716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Парсинг JSON-ответа → извлечение курса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286000"/>
            <a:ext cx="4114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2860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result = amount ×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3200400"/>
            <a:ext cx="4114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32004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Вывод результата + дата обновления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4114800"/>
            <a:ext cx="4114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41148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Возврат в меню или выход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Демонстрация программы — интерфейс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55E"/>
                </a:solidFill>
                <a:latin typeface="Calibri"/>
              </a:rPr>
              <a:t>Главное меню:</a:t>
            </a:r>
          </a:p>
        </p:txBody>
      </p:sp>
      <p:pic>
        <p:nvPicPr>
          <p:cNvPr id="5" name="Picture 4" descr="главное меню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4114800" cy="1382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3440" y="1234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55E"/>
                </a:solidFill>
                <a:latin typeface="Calibri"/>
              </a:rPr>
              <a:t>Список популярных валют:</a:t>
            </a:r>
          </a:p>
        </p:txBody>
      </p:sp>
      <p:pic>
        <p:nvPicPr>
          <p:cNvPr id="7" name="Picture 6" descr="пункт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4114800" cy="29727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Демонстрация программы —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55E"/>
                </a:solidFill>
                <a:latin typeface="Calibri"/>
              </a:rPr>
              <a:t>Успешная конвертация:</a:t>
            </a:r>
          </a:p>
        </p:txBody>
      </p:sp>
      <p:pic>
        <p:nvPicPr>
          <p:cNvPr id="5" name="Picture 4" descr="перевод 1000 rub to u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4114800" cy="3028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3440" y="1234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55E"/>
                </a:solidFill>
                <a:latin typeface="Calibri"/>
              </a:rPr>
              <a:t>Обработка ошибки ввода:</a:t>
            </a:r>
          </a:p>
        </p:txBody>
      </p:sp>
      <p:pic>
        <p:nvPicPr>
          <p:cNvPr id="7" name="Picture 6" descr="-5 answer 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4114800" cy="2561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Итоги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DD7FF"/>
                </a:solidFill>
                <a:latin typeface="Calibri"/>
              </a:rPr>
              <a:t>Что получилось: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72"/>
              </a:spcBef>
            </a:pPr>
            <a:r>
              <a:rPr sz="1800">
                <a:solidFill>
                  <a:srgbClr val="FFFFFF"/>
                </a:solidFill>
                <a:latin typeface="Calibri"/>
              </a:rPr>
              <a:t>✓ Программа выполняет конвертацию валют</a:t>
            </a:r>
          </a:p>
          <a:p>
            <a:pPr>
              <a:spcBef>
                <a:spcPts val="472"/>
              </a:spcBef>
            </a:pPr>
            <a:r>
              <a:rPr sz="1800">
                <a:solidFill>
                  <a:srgbClr val="FFFFFF"/>
                </a:solidFill>
                <a:latin typeface="Calibri"/>
              </a:rPr>
              <a:t>✓ Курс загружается из интернета в реальном времени</a:t>
            </a:r>
          </a:p>
          <a:p>
            <a:pPr>
              <a:spcBef>
                <a:spcPts val="472"/>
              </a:spcBef>
            </a:pPr>
            <a:r>
              <a:rPr sz="1800">
                <a:solidFill>
                  <a:srgbClr val="FFFFFF"/>
                </a:solidFill>
                <a:latin typeface="Calibri"/>
              </a:rPr>
              <a:t>✓ Ошибки ввода обрабатываются корректно</a:t>
            </a:r>
          </a:p>
          <a:p>
            <a:pPr>
              <a:spcBef>
                <a:spcPts val="472"/>
              </a:spcBef>
            </a:pPr>
            <a:r>
              <a:rPr sz="1800">
                <a:solidFill>
                  <a:srgbClr val="FFFFFF"/>
                </a:solidFill>
                <a:latin typeface="Calibri"/>
              </a:rPr>
              <a:t>✓ Сторонние библиотеки не нужны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430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DD7FF"/>
                </a:solidFill>
                <a:latin typeface="Calibri"/>
              </a:rPr>
              <a:t>Выводы: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72"/>
              </a:spcBef>
            </a:pPr>
            <a:r>
              <a:rPr sz="1800">
                <a:solidFill>
                  <a:srgbClr val="FFFFFF"/>
                </a:solidFill>
                <a:latin typeface="Calibri"/>
              </a:rPr>
              <a:t>✓ Гипотеза подтверждена</a:t>
            </a:r>
          </a:p>
          <a:p>
            <a:pPr>
              <a:spcBef>
                <a:spcPts val="472"/>
              </a:spcBef>
            </a:pPr>
            <a:r>
              <a:rPr sz="1800">
                <a:solidFill>
                  <a:srgbClr val="FFFFFF"/>
                </a:solidFill>
                <a:latin typeface="Calibri"/>
              </a:rPr>
              <a:t>✓ Все 5 задач выполнены</a:t>
            </a:r>
          </a:p>
          <a:p>
            <a:pPr>
              <a:spcBef>
                <a:spcPts val="472"/>
              </a:spcBef>
            </a:pPr>
            <a:r>
              <a:rPr sz="1800">
                <a:solidFill>
                  <a:srgbClr val="FFFFFF"/>
                </a:solidFill>
                <a:latin typeface="Calibri"/>
              </a:rPr>
              <a:t>✓ Программа реально полезна в повседневной жизни</a:t>
            </a:r>
          </a:p>
          <a:p>
            <a:pPr>
              <a:spcBef>
                <a:spcPts val="472"/>
              </a:spcBef>
            </a:pPr>
            <a:r>
              <a:rPr sz="1800">
                <a:solidFill>
                  <a:srgbClr val="FFFFFF"/>
                </a:solidFill>
                <a:latin typeface="Calibri"/>
              </a:rPr>
              <a:t>✓ Можно доработать: GUI, история конвертаций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D7FF"/>
                </a:solidFill>
                <a:latin typeface="Calibri"/>
              </a:rPr>
              <a:t>Ермолаев Михаил Дмитриевич  •  Группа ОИСП-592  •  Руководитель: Туев Юрий Юрьевич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